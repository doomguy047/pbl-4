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2" r:id="rId9"/>
    <p:sldId id="261" r:id="rId10"/>
    <p:sldId id="270" r:id="rId11"/>
    <p:sldId id="271" r:id="rId12"/>
    <p:sldId id="272" r:id="rId13"/>
    <p:sldId id="266" r:id="rId14"/>
    <p:sldId id="267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29"/>
    <p:restoredTop sz="94684"/>
  </p:normalViewPr>
  <p:slideViewPr>
    <p:cSldViewPr snapToGrid="0">
      <p:cViewPr varScale="1">
        <p:scale>
          <a:sx n="72" d="100"/>
          <a:sy n="72" d="100"/>
        </p:scale>
        <p:origin x="20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542" y="3133753"/>
            <a:ext cx="8955506" cy="1353188"/>
          </a:xfrm>
        </p:spPr>
        <p:txBody>
          <a:bodyPr>
            <a:noAutofit/>
          </a:bodyPr>
          <a:lstStyle/>
          <a:p>
            <a:r>
              <a:rPr lang="en-IN" sz="4000" b="1" dirty="0"/>
              <a:t>An Awareness-Driven Evaluation of Identity-Based Attacks in a Zero Trust Active Directory Environment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NAMAN JAIN</a:t>
            </a:r>
          </a:p>
          <a:p>
            <a:r>
              <a:rPr lang="en-IN" dirty="0"/>
              <a:t>23FE10CSE00031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Susheela Vishnoi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Methodology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Outcome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References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Active Directory in Modern Enterprises</a:t>
            </a:r>
          </a:p>
          <a:p>
            <a:r>
              <a:rPr lang="en-IN" sz="2400" dirty="0"/>
              <a:t>Active Directory serves as the backbone of enterprise identity and access management.</a:t>
            </a:r>
          </a:p>
          <a:p>
            <a:r>
              <a:rPr lang="en-IN" sz="2400" dirty="0"/>
              <a:t>It provides centralized authentication, authorization, and account control.</a:t>
            </a:r>
          </a:p>
          <a:p>
            <a:r>
              <a:rPr lang="en-IN" sz="2400" dirty="0"/>
              <a:t>Identity-based attacks are among the most common enterprise threat vectors.</a:t>
            </a:r>
          </a:p>
          <a:p>
            <a:r>
              <a:rPr lang="en-IN" sz="2400" dirty="0"/>
              <a:t>Credential compromise often enables reconnaissance and lateral movement.</a:t>
            </a:r>
          </a:p>
          <a:p>
            <a:r>
              <a:rPr lang="en-IN" sz="2400" dirty="0"/>
              <a:t>AD is a high-value target in enterprise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CE7B-AC61-C6DB-F824-001BF0D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5C67-8BF2-3658-3E50-0DF89C34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08DB4-BE49-780F-6538-686CC7B3C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Shift Towards Zero Trust Security</a:t>
            </a:r>
          </a:p>
          <a:p>
            <a:r>
              <a:rPr lang="en-IN" sz="2400" dirty="0"/>
              <a:t>Modern enterprises adopt Zero Trust security principles.</a:t>
            </a:r>
          </a:p>
          <a:p>
            <a:r>
              <a:rPr lang="en-IN" sz="2400" dirty="0"/>
              <a:t>Enforcement of least privilege access policies.</a:t>
            </a:r>
          </a:p>
          <a:p>
            <a:r>
              <a:rPr lang="en-IN" sz="2400" dirty="0"/>
              <a:t>Policy-based hardening through Group Policy (GPO).</a:t>
            </a:r>
          </a:p>
          <a:p>
            <a:r>
              <a:rPr lang="en-IN" sz="2400" dirty="0"/>
              <a:t>Host-based firewall enforcement and segmentation.</a:t>
            </a:r>
          </a:p>
          <a:p>
            <a:r>
              <a:rPr lang="en-IN" sz="2400" dirty="0"/>
              <a:t>Secure-by-default configurations alter attack outcomes.</a:t>
            </a:r>
          </a:p>
        </p:txBody>
      </p:sp>
    </p:spTree>
    <p:extLst>
      <p:ext uri="{BB962C8B-B14F-4D97-AF65-F5344CB8AC3E}">
        <p14:creationId xmlns:p14="http://schemas.microsoft.com/office/powerpoint/2010/main" val="2475984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Exploitation-Focused Active Directory Studies</a:t>
            </a:r>
          </a:p>
          <a:p>
            <a:pPr marL="0" indent="0">
              <a:buNone/>
            </a:pPr>
            <a:r>
              <a:rPr lang="en-IN" sz="2400" dirty="0"/>
              <a:t>Many academic demos show:</a:t>
            </a:r>
          </a:p>
          <a:p>
            <a:r>
              <a:rPr lang="en-IN" sz="2400" dirty="0"/>
              <a:t>Privilege escalation</a:t>
            </a:r>
          </a:p>
          <a:p>
            <a:r>
              <a:rPr lang="en-IN" sz="2400" dirty="0"/>
              <a:t>Lateral movement</a:t>
            </a:r>
          </a:p>
          <a:p>
            <a:r>
              <a:rPr lang="en-IN" sz="2400" dirty="0"/>
              <a:t>Domain takeover</a:t>
            </a:r>
          </a:p>
          <a:p>
            <a:pPr marL="0" indent="0">
              <a:buNone/>
            </a:pPr>
            <a:r>
              <a:rPr lang="en-IN" sz="2400" dirty="0"/>
              <a:t>Often assume:</a:t>
            </a:r>
          </a:p>
          <a:p>
            <a:r>
              <a:rPr lang="en-IN" sz="2400" dirty="0"/>
              <a:t>Weak configurations</a:t>
            </a:r>
          </a:p>
          <a:p>
            <a:r>
              <a:rPr lang="en-IN" sz="2400" dirty="0"/>
              <a:t>Disabled security controls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9088-BA49-1767-38AE-B9BF84E6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AA0D-8DCF-FE46-5F34-36B1D501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07D9-2104-041F-980D-FFDD7B48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Identified Research Gap</a:t>
            </a:r>
          </a:p>
          <a:p>
            <a:r>
              <a:rPr lang="en-IN" sz="2400" dirty="0"/>
              <a:t>Limited focus on failed attack </a:t>
            </a:r>
            <a:r>
              <a:rPr lang="en-IN" sz="2400" dirty="0" err="1"/>
              <a:t>behavior</a:t>
            </a:r>
            <a:r>
              <a:rPr lang="en-IN" sz="2400" dirty="0"/>
              <a:t>.</a:t>
            </a:r>
          </a:p>
          <a:p>
            <a:r>
              <a:rPr lang="en-IN" sz="2400" dirty="0"/>
              <a:t>Insufficient evaluation of enforced security policies.</a:t>
            </a:r>
          </a:p>
          <a:p>
            <a:r>
              <a:rPr lang="en-IN" sz="2400" dirty="0"/>
              <a:t>Minimal analysis of log-based detection artifacts.</a:t>
            </a:r>
          </a:p>
          <a:p>
            <a:r>
              <a:rPr lang="en-IN" sz="2400" dirty="0"/>
              <a:t>Need for awareness-driven defensive evaluation.</a:t>
            </a:r>
          </a:p>
        </p:txBody>
      </p:sp>
    </p:spTree>
    <p:extLst>
      <p:ext uri="{BB962C8B-B14F-4D97-AF65-F5344CB8AC3E}">
        <p14:creationId xmlns:p14="http://schemas.microsoft.com/office/powerpoint/2010/main" val="311092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Modern Active Directory environments increasingly adopt Zero Trust-aligned hardening and segmentation, yet most academic demonstrations do not evaluate how identity-based attacks behave under these enforced security controls.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Evaluate identity-based attack attempts in a hardened AD lab</a:t>
            </a:r>
          </a:p>
          <a:p>
            <a:r>
              <a:rPr lang="en-IN" dirty="0"/>
              <a:t>Preserve realistic enterprise security configurations</a:t>
            </a:r>
          </a:p>
          <a:p>
            <a:r>
              <a:rPr lang="en-IN" dirty="0" err="1"/>
              <a:t>Analyze</a:t>
            </a:r>
            <a:r>
              <a:rPr lang="en-IN" dirty="0"/>
              <a:t> detection through Windows Security logs</a:t>
            </a:r>
          </a:p>
          <a:p>
            <a:r>
              <a:rPr lang="en-IN" dirty="0"/>
              <a:t>Assess impact of segmentation and policy enforcement.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4B012-9F92-6D1E-D232-6C41615CB437}"/>
              </a:ext>
            </a:extLst>
          </p:cNvPr>
          <p:cNvSpPr txBox="1"/>
          <p:nvPr/>
        </p:nvSpPr>
        <p:spPr>
          <a:xfrm>
            <a:off x="838200" y="1690688"/>
            <a:ext cx="102616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Lab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Server Domain Controller (AD 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11 Domain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attacker system (Kali Linux)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Controlled same-subnet lab environment.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EF1923F-5975-D2F8-455D-57C7454C1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069" y="3260348"/>
            <a:ext cx="6798605" cy="3597652"/>
          </a:xfr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B40A7-28EB-C525-3417-8857A851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1274-48E2-36D4-8BE2-58001245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5C9FF-2106-6BA2-3745-98FD6240D82A}"/>
              </a:ext>
            </a:extLst>
          </p:cNvPr>
          <p:cNvSpPr txBox="1"/>
          <p:nvPr/>
        </p:nvSpPr>
        <p:spPr>
          <a:xfrm>
            <a:off x="838200" y="1859340"/>
            <a:ext cx="102616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Identity &amp; Policy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Domain setup and controller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Creation of standard domain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Client joined to domain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Low-privilege credentials used for attack simulation</a:t>
            </a:r>
          </a:p>
        </p:txBody>
      </p:sp>
    </p:spTree>
    <p:extLst>
      <p:ext uri="{BB962C8B-B14F-4D97-AF65-F5344CB8AC3E}">
        <p14:creationId xmlns:p14="http://schemas.microsoft.com/office/powerpoint/2010/main" val="19478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AF3B-3E4A-3645-AFD5-C4594A82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9D20-8FC8-2BCF-83C3-7CF26A5C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43ED1-2C8F-BE3B-B573-902B32AA5546}"/>
              </a:ext>
            </a:extLst>
          </p:cNvPr>
          <p:cNvSpPr txBox="1"/>
          <p:nvPr/>
        </p:nvSpPr>
        <p:spPr>
          <a:xfrm>
            <a:off x="838200" y="1859340"/>
            <a:ext cx="102616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Hardening &amp; Policy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Group Policy-based security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LDAP signing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Kerberos integrity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NTLM restriction policies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Firewall enabled and configured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57463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B500-2D85-48D4-1FE2-DAC9AAC0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7203-B538-340F-D3F6-B45F36B7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0D7636-E675-0A29-93DC-C8E574D16B84}"/>
              </a:ext>
            </a:extLst>
          </p:cNvPr>
          <p:cNvSpPr txBox="1"/>
          <p:nvPr/>
        </p:nvSpPr>
        <p:spPr>
          <a:xfrm>
            <a:off x="838200" y="1859340"/>
            <a:ext cx="102616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Attack Simulation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Reconnaissance-focused attack attempts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LDAP enumeration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Authentication interaction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Security controls remained enabled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 monitoring during attack execution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77293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D796B4-0F2B-7EFB-CA57-18697F8F4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347038"/>
              </p:ext>
            </p:extLst>
          </p:nvPr>
        </p:nvGraphicFramePr>
        <p:xfrm>
          <a:off x="838200" y="1825625"/>
          <a:ext cx="10515600" cy="3355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986253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08639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03954311"/>
                    </a:ext>
                  </a:extLst>
                </a:gridCol>
              </a:tblGrid>
              <a:tr h="671195">
                <a:tc>
                  <a:txBody>
                    <a:bodyPr/>
                    <a:lstStyle/>
                    <a:p>
                      <a:r>
                        <a:rPr lang="en-US" dirty="0"/>
                        <a:t>Attempt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382765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r>
                        <a:rPr lang="en-US" dirty="0"/>
                        <a:t>LDAP Enumeration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LDAP signing enforced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001718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r>
                        <a:rPr lang="en-US" dirty="0"/>
                        <a:t>Kerberos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Controlled,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Integrity Enforcement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642060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r>
                        <a:rPr lang="en-US" dirty="0"/>
                        <a:t>Lateral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Restricted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Firewall &amp; segmentation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44457"/>
                  </a:ext>
                </a:extLst>
              </a:tr>
              <a:tr h="671195">
                <a:tc>
                  <a:txBody>
                    <a:bodyPr/>
                    <a:lstStyle/>
                    <a:p>
                      <a:r>
                        <a:rPr lang="en-US" dirty="0"/>
                        <a:t>Privilege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Policy enforcement (Least Privilege)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319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595345-5E54-7815-2620-77E7DDAB2B10}"/>
              </a:ext>
            </a:extLst>
          </p:cNvPr>
          <p:cNvSpPr txBox="1"/>
          <p:nvPr/>
        </p:nvSpPr>
        <p:spPr>
          <a:xfrm>
            <a:off x="838200" y="5486400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Security logs generated meaningful telemetry.</a:t>
            </a:r>
          </a:p>
          <a:p>
            <a:r>
              <a:rPr lang="en-US" dirty="0"/>
              <a:t>Attack progression was restricted under enforced policies.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Hardened Active Directory lab successfully implemented.</a:t>
            </a:r>
          </a:p>
          <a:p>
            <a:r>
              <a:rPr lang="en-US" dirty="0"/>
              <a:t>Identity-based attack behavior evaluated</a:t>
            </a:r>
          </a:p>
          <a:p>
            <a:r>
              <a:rPr lang="en-US" dirty="0"/>
              <a:t>Zero Trust-aligned controls validated</a:t>
            </a:r>
          </a:p>
          <a:p>
            <a:r>
              <a:rPr lang="en-US" dirty="0"/>
              <a:t>Defensive enforcement and monitoring demonstrated.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NIST SP 800-207 Zero Trust Architecture Documentation</a:t>
            </a:r>
          </a:p>
          <a:p>
            <a:r>
              <a:rPr lang="en-IN" dirty="0"/>
              <a:t>Microsoft Active Directory Security Documentation</a:t>
            </a:r>
          </a:p>
          <a:p>
            <a:r>
              <a:rPr lang="en-IN" dirty="0"/>
              <a:t>Research on Identity-Based Attacks in Enterprise Environments</a:t>
            </a:r>
          </a:p>
          <a:p>
            <a:r>
              <a:rPr lang="en-IN" dirty="0"/>
              <a:t>Academic studies on AD Hardening and Detection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469</Words>
  <Application>Microsoft Macintosh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An Awareness-Driven Evaluation of Identity-Based Attacks in a Zero Trust Active Directory Environment</vt:lpstr>
      <vt:lpstr>Outline</vt:lpstr>
      <vt:lpstr>Introduction</vt:lpstr>
      <vt:lpstr>Introduction</vt:lpstr>
      <vt:lpstr>Literature Review</vt:lpstr>
      <vt:lpstr>Literature Review</vt:lpstr>
      <vt:lpstr>Problem Statement</vt:lpstr>
      <vt:lpstr>Objectives</vt:lpstr>
      <vt:lpstr>Proposed Methodology </vt:lpstr>
      <vt:lpstr>Proposed Methodology </vt:lpstr>
      <vt:lpstr>Proposed Methodology </vt:lpstr>
      <vt:lpstr>Proposed Methodology 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NAMAN JAIN</cp:lastModifiedBy>
  <cp:revision>10</cp:revision>
  <dcterms:created xsi:type="dcterms:W3CDTF">2025-09-29T05:03:41Z</dcterms:created>
  <dcterms:modified xsi:type="dcterms:W3CDTF">2026-02-15T13:53:31Z</dcterms:modified>
</cp:coreProperties>
</file>